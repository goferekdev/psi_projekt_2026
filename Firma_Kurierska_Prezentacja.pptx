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Proxima Nova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bold.fntdata"/><Relationship Id="rId11" Type="http://schemas.openxmlformats.org/officeDocument/2006/relationships/slide" Target="slides/slide6.xml"/><Relationship Id="rId22" Type="http://schemas.openxmlformats.org/officeDocument/2006/relationships/font" Target="fonts/ProximaNova-boldItalic.fntdata"/><Relationship Id="rId10" Type="http://schemas.openxmlformats.org/officeDocument/2006/relationships/slide" Target="slides/slide5.xml"/><Relationship Id="rId21" Type="http://schemas.openxmlformats.org/officeDocument/2006/relationships/font" Target="fonts/ProximaNova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roximaNova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48d3b97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48d3b97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48d3b972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48d3b972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48d3b972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48d3b972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48d3b9726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48d3b9726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48d3b9726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48d3b9726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48d3b9726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48d3b9726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48d3b9726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48d3b9726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48d3b9726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48d3b9726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48d3b9726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48d3b9726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48d3b9726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48d3b9726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48d3b9726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48d3b9726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48d3b9726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48d3b9726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1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Firma Kurierska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Dokumentacja w notacji UML</a:t>
            </a:r>
            <a:br>
              <a:rPr lang="pl"/>
            </a:br>
            <a:r>
              <a:rPr lang="pl"/>
              <a:t>Informatyka Ogólna - Grupa 2 - Wiktor Stankiewicz, Maciej Wojciechowski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1"/>
                </a:solidFill>
              </a:rPr>
              <a:t>Czym zajmuje się System?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1"/>
                </a:solidFill>
              </a:rPr>
              <a:t>System wspomaga firmę zajmującą się dostarczaniem przesyłek na terenie całego kraju.</a:t>
            </a:r>
            <a:br>
              <a:rPr lang="pl">
                <a:solidFill>
                  <a:schemeClr val="lt1"/>
                </a:solidFill>
              </a:rPr>
            </a:br>
            <a:br>
              <a:rPr lang="pl">
                <a:solidFill>
                  <a:schemeClr val="lt1"/>
                </a:solidFill>
              </a:rPr>
            </a:br>
            <a:r>
              <a:rPr lang="pl">
                <a:solidFill>
                  <a:schemeClr val="lt1"/>
                </a:solidFill>
              </a:rPr>
              <a:t>Do jego zadań należą: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pl">
                <a:solidFill>
                  <a:schemeClr val="lt1"/>
                </a:solidFill>
              </a:rPr>
              <a:t>Nadawanie przesyłek przez internet;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pl">
                <a:solidFill>
                  <a:schemeClr val="lt1"/>
                </a:solidFill>
              </a:rPr>
              <a:t>Wsparcie stałych klientów;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pl">
                <a:solidFill>
                  <a:schemeClr val="lt1"/>
                </a:solidFill>
              </a:rPr>
              <a:t>Kontrola trasy przesyłek.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pl">
                <a:solidFill>
                  <a:schemeClr val="lt1"/>
                </a:solidFill>
              </a:rPr>
              <a:t>Jak wygląda trasa przesyłki do odbiorcy?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5" title="838d0eee-896f-4ac5-8099-afa342f2f25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5177" y="1152475"/>
            <a:ext cx="4953651" cy="350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1"/>
                </a:solidFill>
              </a:rPr>
              <a:t>Procesy i aktorzy biznesowi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1"/>
                </a:solidFill>
              </a:rPr>
              <a:t>Kluczowymi Aktorami Biznesowymi Są</a:t>
            </a:r>
            <a:r>
              <a:rPr lang="pl">
                <a:solidFill>
                  <a:schemeClr val="lt1"/>
                </a:solidFill>
              </a:rPr>
              <a:t>: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pl">
                <a:solidFill>
                  <a:schemeClr val="lt1"/>
                </a:solidFill>
              </a:rPr>
              <a:t>Nadawca (lub Stały Nadawca)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pl">
                <a:solidFill>
                  <a:schemeClr val="lt1"/>
                </a:solidFill>
              </a:rPr>
              <a:t>Organizacja Obsługująca Płatności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pl">
                <a:solidFill>
                  <a:schemeClr val="lt1"/>
                </a:solidFill>
              </a:rPr>
              <a:t>Odbiorca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8425" y="1152476"/>
            <a:ext cx="4333875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216675"/>
            <a:ext cx="85206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1"/>
                </a:solidFill>
              </a:rPr>
              <a:t>Trasa Przesyłki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/>
              <a:t> </a:t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8762" y="867149"/>
            <a:ext cx="4806486" cy="398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186300"/>
            <a:ext cx="8520600" cy="5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1"/>
                </a:solidFill>
              </a:rPr>
              <a:t>Systemowy Diagram Przypadków Użycia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/>
              <a:t> </a:t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9673" y="928825"/>
            <a:ext cx="3844650" cy="3863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114300"/>
            <a:ext cx="8520600" cy="5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1"/>
                </a:solidFill>
              </a:rPr>
              <a:t>Nadanie Przesyłki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3590925"/>
            <a:ext cx="3627850" cy="9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861050"/>
            <a:ext cx="3627849" cy="2729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 title="978a38b0-472b-405f-b28c-7272962d97e3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0852" y="861050"/>
            <a:ext cx="2913475" cy="369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224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1"/>
                </a:solidFill>
              </a:rPr>
              <a:t>Żądanie Zwrotu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6700" y="3111450"/>
            <a:ext cx="4398300" cy="159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6700" y="880575"/>
            <a:ext cx="4398300" cy="223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1950" y="880575"/>
            <a:ext cx="2701548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27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1"/>
                </a:solidFill>
              </a:rPr>
              <a:t>Konto Stałego Nadawcy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400" y="1152475"/>
            <a:ext cx="4640901" cy="328127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8520600" cy="32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>
                <a:solidFill>
                  <a:schemeClr val="lt1"/>
                </a:solidFill>
              </a:rPr>
              <a:t>Konto Stałego Nadawcy udostępnia </a:t>
            </a:r>
            <a:br>
              <a:rPr lang="pl">
                <a:solidFill>
                  <a:schemeClr val="lt1"/>
                </a:solidFill>
              </a:rPr>
            </a:br>
            <a:r>
              <a:rPr lang="pl">
                <a:solidFill>
                  <a:schemeClr val="lt1"/>
                </a:solidFill>
              </a:rPr>
              <a:t>funkcje pomagające firmom, które </a:t>
            </a:r>
            <a:br>
              <a:rPr lang="pl">
                <a:solidFill>
                  <a:schemeClr val="lt1"/>
                </a:solidFill>
              </a:rPr>
            </a:br>
            <a:r>
              <a:rPr lang="pl">
                <a:solidFill>
                  <a:schemeClr val="lt1"/>
                </a:solidFill>
              </a:rPr>
              <a:t>często korzystają z usług kurierskich </a:t>
            </a:r>
            <a:br>
              <a:rPr lang="pl">
                <a:solidFill>
                  <a:schemeClr val="lt1"/>
                </a:solidFill>
              </a:rPr>
            </a:br>
            <a:r>
              <a:rPr lang="pl">
                <a:solidFill>
                  <a:schemeClr val="lt1"/>
                </a:solidFill>
              </a:rPr>
              <a:t>tj. Lista Zwrotów. </a:t>
            </a:r>
            <a:br>
              <a:rPr lang="pl">
                <a:solidFill>
                  <a:schemeClr val="lt1"/>
                </a:solidFill>
              </a:rPr>
            </a:br>
            <a:r>
              <a:rPr lang="pl">
                <a:solidFill>
                  <a:schemeClr val="lt1"/>
                </a:solidFill>
              </a:rPr>
              <a:t>Konto Stałego Nadawcy </a:t>
            </a:r>
            <a:br>
              <a:rPr lang="pl">
                <a:solidFill>
                  <a:schemeClr val="lt1"/>
                </a:solidFill>
              </a:rPr>
            </a:br>
            <a:r>
              <a:rPr lang="pl">
                <a:solidFill>
                  <a:schemeClr val="lt1"/>
                </a:solidFill>
              </a:rPr>
              <a:t>można wzbogacić w </a:t>
            </a:r>
            <a:br>
              <a:rPr lang="pl">
                <a:solidFill>
                  <a:schemeClr val="lt1"/>
                </a:solidFill>
              </a:rPr>
            </a:br>
            <a:r>
              <a:rPr lang="pl">
                <a:solidFill>
                  <a:schemeClr val="lt1"/>
                </a:solidFill>
              </a:rPr>
              <a:t>przyszłości o dodatkowe funkcje.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254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1"/>
                </a:solidFill>
              </a:rPr>
              <a:t>Lokalizacja Przesyłki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2725" y="3855175"/>
            <a:ext cx="3379575" cy="105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2725" y="1090250"/>
            <a:ext cx="3379575" cy="276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1090250"/>
            <a:ext cx="449733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246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1"/>
                </a:solidFill>
              </a:rPr>
              <a:t>Aplikacja Kuriera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31" name="Google Shape;1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4580352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6650" y="1017725"/>
            <a:ext cx="3375651" cy="267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56650" y="3688075"/>
            <a:ext cx="3375651" cy="115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11700" y="27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1"/>
                </a:solidFill>
              </a:rPr>
              <a:t>Projekt Relacyjnej Bazy Danych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39" name="Google Shape;1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7538" y="850075"/>
            <a:ext cx="6188924" cy="3988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lt1"/>
                </a:solidFill>
              </a:rPr>
              <a:t>Koniec Prezentacji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5" name="Google Shape;145;p25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Dziękujemy za uwagę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